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771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771900"/>
            <a:ext cx="12188952" cy="308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114574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 MindCanvas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나만의 지식 캔버스 — 아이디어를 시각적으로 연결하다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66133" y="3566160"/>
            <a:ext cx="3656686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97764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사용 가이드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80160" y="4526280"/>
            <a:ext cx="9628632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 · 일정 · 이미지 · 링크를 자유롭게 캔버스에 배치하고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간 연결로 아이디어 맵을 완성하는 개인 지식 관리 도구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630936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15  ·  Zustand  ·  TailwindCSS  ·  Supabase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1457432" cy="8138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00  목차 (Table of Contents)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69848"/>
            <a:ext cx="5637276" cy="1193292"/>
          </a:xfrm>
          <a:prstGeom prst="rect">
            <a:avLst/>
          </a:prstGeom>
          <a:solidFill>
            <a:srgbClr val="F9FAF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69848"/>
            <a:ext cx="548640" cy="1193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69848"/>
            <a:ext cx="548640" cy="1193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87552" y="1161288"/>
            <a:ext cx="4942332" cy="5369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개요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87552" y="1642628"/>
            <a:ext cx="4942332" cy="5369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무한 캔버스 기반 지식 관리 도구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5916" y="1069848"/>
            <a:ext cx="5637276" cy="1193292"/>
          </a:xfrm>
          <a:prstGeom prst="rect">
            <a:avLst/>
          </a:prstGeom>
          <a:solidFill>
            <a:srgbClr val="F9FAF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85916" y="1069848"/>
            <a:ext cx="548640" cy="11932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5916" y="1069848"/>
            <a:ext cx="548640" cy="1193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07708" y="1161288"/>
            <a:ext cx="4942332" cy="5369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시작하기 · 보드 생성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07708" y="1642628"/>
            <a:ext cx="4942332" cy="5369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방문 온보딩 → 보드 만들기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372868"/>
            <a:ext cx="5637276" cy="1193292"/>
          </a:xfrm>
          <a:prstGeom prst="rect">
            <a:avLst/>
          </a:prstGeom>
          <a:solidFill>
            <a:srgbClr val="F9FAFB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72868"/>
            <a:ext cx="548640" cy="1193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72868"/>
            <a:ext cx="548640" cy="1193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87552" y="2464308"/>
            <a:ext cx="4942332" cy="5369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추가하기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87552" y="2945648"/>
            <a:ext cx="4942332" cy="5369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FAB 버튼으로 4종 모듈 배치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85916" y="2372868"/>
            <a:ext cx="5637276" cy="1193292"/>
          </a:xfrm>
          <a:prstGeom prst="rect">
            <a:avLst/>
          </a:prstGeom>
          <a:solidFill>
            <a:srgbClr val="F9FAF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5916" y="2372868"/>
            <a:ext cx="548640" cy="1193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5916" y="2372868"/>
            <a:ext cx="548640" cy="1193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07708" y="2464308"/>
            <a:ext cx="4942332" cy="5369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편집 · 관리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807708" y="2945648"/>
            <a:ext cx="4942332" cy="5369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 수정, 색상, 복사, 삭제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675888"/>
            <a:ext cx="5637276" cy="1193292"/>
          </a:xfrm>
          <a:prstGeom prst="rect">
            <a:avLst/>
          </a:prstGeom>
          <a:solidFill>
            <a:srgbClr val="F9FAF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675888"/>
            <a:ext cx="548640" cy="1193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75888"/>
            <a:ext cx="548640" cy="1193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87552" y="3767328"/>
            <a:ext cx="4942332" cy="5369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연결 (커넥션)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87552" y="4248668"/>
            <a:ext cx="4942332" cy="5369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앵커 탭으로 관계선 그리기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85916" y="3675888"/>
            <a:ext cx="5637276" cy="1193292"/>
          </a:xfrm>
          <a:prstGeom prst="rect">
            <a:avLst/>
          </a:prstGeom>
          <a:solidFill>
            <a:srgbClr val="F9FAF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85916" y="3675888"/>
            <a:ext cx="548640" cy="1193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5916" y="3675888"/>
            <a:ext cx="548640" cy="1193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807708" y="3767328"/>
            <a:ext cx="4942332" cy="5369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그룹화 기능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6807708" y="4248668"/>
            <a:ext cx="4942332" cy="5369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모듈을 묶어 정리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5760" y="4978908"/>
            <a:ext cx="5637276" cy="1193292"/>
          </a:xfrm>
          <a:prstGeom prst="rect">
            <a:avLst/>
          </a:prstGeom>
          <a:solidFill>
            <a:srgbClr val="F9FAFB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978908"/>
            <a:ext cx="548640" cy="11932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78908"/>
            <a:ext cx="548640" cy="1193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87552" y="5070348"/>
            <a:ext cx="4942332" cy="5369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보드 · 테마 관리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987552" y="5551688"/>
            <a:ext cx="4942332" cy="5369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보드, 다크/라이트 테마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185916" y="4978908"/>
            <a:ext cx="5637276" cy="1193292"/>
          </a:xfrm>
          <a:prstGeom prst="rect">
            <a:avLst/>
          </a:prstGeom>
          <a:solidFill>
            <a:srgbClr val="F9FAFB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85916" y="4978908"/>
            <a:ext cx="548640" cy="11932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85916" y="4978908"/>
            <a:ext cx="548640" cy="1193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807708" y="5070348"/>
            <a:ext cx="4942332" cy="5369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· 동기화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6807708" y="5551688"/>
            <a:ext cx="4942332" cy="5369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계정 연동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1457432" cy="8138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앱 개요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145743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MindCanvas는 무엇인가?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709416" cy="4709160"/>
          </a:xfrm>
          <a:prstGeom prst="rect">
            <a:avLst/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8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" y="1572768"/>
            <a:ext cx="3453384" cy="164820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🗂️  보드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93776" y="3275838"/>
            <a:ext cx="3453384" cy="280492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주제별 캔버스 공간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(예: 공부, 업무, 여행)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39768" y="1463040"/>
            <a:ext cx="3709416" cy="4709160"/>
          </a:xfrm>
          <a:prstGeom prst="rect">
            <a:avLst/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8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67784" y="1572768"/>
            <a:ext cx="3453384" cy="164820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📌  모듈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67784" y="3275838"/>
            <a:ext cx="3453384" cy="280492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메모·일정·이미지·링크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4종의 카드 블록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13776" y="1463040"/>
            <a:ext cx="3709416" cy="4709160"/>
          </a:xfrm>
          <a:prstGeom prst="rect">
            <a:avLst/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8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41792" y="1572768"/>
            <a:ext cx="3453384" cy="164820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🔗  커넥션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41792" y="3275838"/>
            <a:ext cx="3453384" cy="280492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간 관계선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맵 시각화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6355080"/>
            <a:ext cx="2740914" cy="3657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8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" y="6464808"/>
            <a:ext cx="2484882" cy="1280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♾️  무한 캔버스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3776" y="6647688"/>
            <a:ext cx="248488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핀치줌·팬으로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 탐색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71266" y="6355080"/>
            <a:ext cx="2740914" cy="3657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8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99282" y="6464808"/>
            <a:ext cx="2484882" cy="1280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🎨  8색 팔레트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99282" y="6647688"/>
            <a:ext cx="248488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색상 개별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가능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76772" y="6355080"/>
            <a:ext cx="2740914" cy="3657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8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4788" y="6464808"/>
            <a:ext cx="2484882" cy="1280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🌙  다크 모드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04788" y="6647688"/>
            <a:ext cx="248488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라이트/다크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테마 전환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082278" y="6355080"/>
            <a:ext cx="2740914" cy="3657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8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10294" y="6464808"/>
            <a:ext cx="2484882" cy="1280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☁️  클라우드 동기화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10294" y="6647688"/>
            <a:ext cx="248488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계정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다기기 동기화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1457432" cy="8138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시작하기 · 보드 생성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145743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보드(Board)는 하나의 주제를 담는 캔버스 공간입니다.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26464"/>
            <a:ext cx="5041270" cy="149656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1845503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845503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1517904"/>
            <a:ext cx="4291462" cy="598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🚀 앱 최초 접속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2084954"/>
            <a:ext cx="4291462" cy="7482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브라우저에서 앱 URL 접속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자동으로 온보딩 화면 표시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78141" y="2932176"/>
            <a:ext cx="2016508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051048"/>
            <a:ext cx="5041270" cy="149656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3470087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3470087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24128" y="3142488"/>
            <a:ext cx="4291462" cy="598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✏️ 보드 이름 입력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24128" y="3709538"/>
            <a:ext cx="4291462" cy="7482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보드 이름 · 이모지 · 색상 선택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(예: 📚 공부, 💼 업무)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878141" y="4556760"/>
            <a:ext cx="2016508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675632"/>
            <a:ext cx="5041270" cy="149656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" y="5094671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5094671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24128" y="4767072"/>
            <a:ext cx="4291462" cy="598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보드 생성 완료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24128" y="5334122"/>
            <a:ext cx="4291462" cy="7482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 메인 화면으로 진입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추가 시작 가능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81350" y="1426464"/>
            <a:ext cx="614184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보드 탐색 방법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5681350" y="1828800"/>
            <a:ext cx="6141842" cy="1374648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8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09366" y="1938528"/>
            <a:ext cx="5885810" cy="4811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📱  모바일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809366" y="2474519"/>
            <a:ext cx="5885810" cy="63748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하단 탭바에서 보드 이동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버튼으로 새 보드 추가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681350" y="3313176"/>
            <a:ext cx="6141842" cy="1374648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8">
                <a:alpha val="7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09366" y="3422904"/>
            <a:ext cx="5885810" cy="4811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🖥️  PC / 데스크탑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809366" y="3958895"/>
            <a:ext cx="5885810" cy="63748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좌측 사이드바에서 보드 목록 확인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보드 클릭으로 전환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81350" y="4797552"/>
            <a:ext cx="6141842" cy="1374648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8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09366" y="4907280"/>
            <a:ext cx="5885810" cy="4811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✏️  보드 편집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809366" y="5443271"/>
            <a:ext cx="5885810" cy="63748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보드 이름·색상·이모지 수정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오래된 보드 삭제 가능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1457432" cy="8138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모듈 추가하기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145743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우측 하단 + (FAB) 버튼을 눌러 4종 모듈 중 하나를 선택합니다.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26464"/>
            <a:ext cx="2740914" cy="2467783"/>
          </a:xfrm>
          <a:prstGeom prst="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36192"/>
            <a:ext cx="274091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2084832"/>
            <a:ext cx="274091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2558034" cy="127906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자유로운 텍스트 노트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마크다운 지원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아이디어·메모·요약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1266" y="1426464"/>
            <a:ext cx="2740914" cy="2467783"/>
          </a:xfrm>
          <a:prstGeom prst="rect">
            <a:avLst/>
          </a:prstGeom>
          <a:solidFill>
            <a:srgbClr val="DCFCE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1266" y="1536192"/>
            <a:ext cx="274091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71266" y="2084832"/>
            <a:ext cx="274091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62706" y="2487168"/>
            <a:ext cx="2558034" cy="127906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체크리스트 &amp; 할일 관리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날짜 지정 가능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여부 토글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6772" y="1426464"/>
            <a:ext cx="2740914" cy="2467783"/>
          </a:xfrm>
          <a:prstGeom prst="rect">
            <a:avLst/>
          </a:prstGeom>
          <a:solidFill>
            <a:srgbClr val="EDE9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6772" y="1536192"/>
            <a:ext cx="274091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🖼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76772" y="2084832"/>
            <a:ext cx="274091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68212" y="2487168"/>
            <a:ext cx="2558034" cy="127906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사진·이미지 첨부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캡션 추가 가능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비주얼화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82278" y="1426464"/>
            <a:ext cx="2740914" cy="2467783"/>
          </a:xfrm>
          <a:prstGeom prst="rect">
            <a:avLst/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82278" y="1536192"/>
            <a:ext cx="274091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082278" y="2084832"/>
            <a:ext cx="274091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73718" y="2487168"/>
            <a:ext cx="2558034" cy="127906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URL 입력 → OG 자동 수집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제목·설명·썸네일 표시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레퍼런스 관리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4095415"/>
            <a:ext cx="1145743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추가 절차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365760" y="4479463"/>
            <a:ext cx="2740914" cy="1692737"/>
          </a:xfrm>
          <a:prstGeom prst="rect">
            <a:avLst/>
          </a:prstGeom>
          <a:solidFill>
            <a:srgbClr val="F9FA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53337" y="4570903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3337" y="457090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4991527"/>
            <a:ext cx="2558034" cy="108923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화면 우측 하단의 파란색 + 버튼 탭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71266" y="4479463"/>
            <a:ext cx="2740914" cy="1692737"/>
          </a:xfrm>
          <a:prstGeom prst="rect">
            <a:avLst/>
          </a:prstGeom>
          <a:solidFill>
            <a:srgbClr val="F9FA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58843" y="4570903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58843" y="457090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362706" y="4991527"/>
            <a:ext cx="2558034" cy="108923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메모 / 일정 / 이미지 / 링크 중 하나 선택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76772" y="4479463"/>
            <a:ext cx="2740914" cy="1692737"/>
          </a:xfrm>
          <a:prstGeom prst="rect">
            <a:avLst/>
          </a:prstGeom>
          <a:solidFill>
            <a:srgbClr val="F9FA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64349" y="4570903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4349" y="457090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68212" y="4991527"/>
            <a:ext cx="2558034" cy="108923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캔버스 중앙에 새 모듈 자동 배치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082278" y="4479463"/>
            <a:ext cx="2740914" cy="1692737"/>
          </a:xfrm>
          <a:prstGeom prst="rect">
            <a:avLst/>
          </a:prstGeom>
          <a:solidFill>
            <a:srgbClr val="F9FA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69855" y="4570903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69855" y="457090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73718" y="4991527"/>
            <a:ext cx="2558034" cy="108923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드래그로 원하는 위치로 이동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1457432" cy="8138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모듈 편집 · 관리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145743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모듈을 탭(클릭)하거나 메뉴(⋮)를 열어 다양한 편집 기능을 사용할 수 있습니다.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26464"/>
            <a:ext cx="5646420" cy="1508760"/>
          </a:xfrm>
          <a:prstGeom prst="rect">
            <a:avLst/>
          </a:prstGeom>
          <a:solidFill>
            <a:srgbClr val="F9FAF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26464"/>
            <a:ext cx="502920" cy="1508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26464"/>
            <a:ext cx="50292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🔽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41832" y="1517904"/>
            <a:ext cx="4988052" cy="57332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펼치기 / 접기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41832" y="2060143"/>
            <a:ext cx="4988052" cy="7845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하단 ▾ 버튼 탭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접힘: 제목+요약만 표시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펼침: 전체 내용 표시·편집 가능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44952"/>
            <a:ext cx="5646420" cy="1508760"/>
          </a:xfrm>
          <a:prstGeom prst="rect">
            <a:avLst/>
          </a:prstGeom>
          <a:solidFill>
            <a:srgbClr val="F9FAF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044952"/>
            <a:ext cx="502920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044952"/>
            <a:ext cx="50292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41832" y="3136392"/>
            <a:ext cx="4988052" cy="57332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색상 변경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41832" y="3678631"/>
            <a:ext cx="4988052" cy="7845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메뉴(⋮) → 색상 변경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8가지 색상 선택 가능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기본·노랑·분홍·파랑·초록·보라·주황·청록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663440"/>
            <a:ext cx="5646420" cy="1508760"/>
          </a:xfrm>
          <a:prstGeom prst="rect">
            <a:avLst/>
          </a:prstGeom>
          <a:solidFill>
            <a:srgbClr val="F9FAF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4663440"/>
            <a:ext cx="502920" cy="1508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663440"/>
            <a:ext cx="50292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41832" y="4754880"/>
            <a:ext cx="4988052" cy="57332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복사 · 붙여넣기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41832" y="5297119"/>
            <a:ext cx="4988052" cy="7845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메뉴(⋮) → 복사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동일한 모듈이 오프셋 위치에 생성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내용·색상 모두 복사됨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6772" y="1426464"/>
            <a:ext cx="5646420" cy="1508760"/>
          </a:xfrm>
          <a:prstGeom prst="rect">
            <a:avLst/>
          </a:prstGeom>
          <a:solidFill>
            <a:srgbClr val="F9FAFB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6772" y="1426464"/>
            <a:ext cx="502920" cy="1508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6772" y="1426464"/>
            <a:ext cx="50292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✏️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52844" y="1517904"/>
            <a:ext cx="4988052" cy="57332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 편집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752844" y="2060143"/>
            <a:ext cx="4988052" cy="7845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펼친 상태에서 인라인 편집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제목 클릭 → 텍스트 입력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저장: 500ms 자동 debounce 저장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6772" y="3044952"/>
            <a:ext cx="5646420" cy="1508760"/>
          </a:xfrm>
          <a:prstGeom prst="rect">
            <a:avLst/>
          </a:prstGeom>
          <a:solidFill>
            <a:srgbClr val="F9FAF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6772" y="3044952"/>
            <a:ext cx="502920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6772" y="3044952"/>
            <a:ext cx="50292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🗑️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52844" y="3136392"/>
            <a:ext cx="4988052" cy="57332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삭제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752844" y="3678631"/>
            <a:ext cx="4988052" cy="7845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메뉴(⋮) → 삭제 선택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확인 다이얼로그 표시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연결선도 함께 삭제됨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6772" y="4663440"/>
            <a:ext cx="5646420" cy="1508760"/>
          </a:xfrm>
          <a:prstGeom prst="rect">
            <a:avLst/>
          </a:prstGeom>
          <a:solidFill>
            <a:srgbClr val="F9FAF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6772" y="4663440"/>
            <a:ext cx="502920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6772" y="4663440"/>
            <a:ext cx="50292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↔️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52844" y="4754880"/>
            <a:ext cx="4988052" cy="57332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· 드래그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752844" y="5297119"/>
            <a:ext cx="4988052" cy="7845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헤더 영역 드래그로 이동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모바일: 터치 드래그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PC: 마우스 드래그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1457432" cy="8138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모듈 연결 (커넥션)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145743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모듈 사이에 관계선(화살표)을 그어 아이디어 맵을 완성합니다.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5728716" cy="1085850"/>
          </a:xfrm>
          <a:prstGeom prst="rect">
            <a:avLst/>
          </a:prstGeom>
          <a:solidFill>
            <a:srgbClr val="F9FAF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1683639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683639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536192"/>
            <a:ext cx="4978908" cy="45605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👆 출력 앵커 탭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1944243"/>
            <a:ext cx="4978908" cy="5212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우측/하단에 나타나는 ◉ 앵커 포인트를 탭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오렌지 강조 &amp; 연결 대기 상태 진입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658618"/>
            <a:ext cx="5728716" cy="1085850"/>
          </a:xfrm>
          <a:prstGeom prst="rect">
            <a:avLst/>
          </a:prstGeom>
          <a:solidFill>
            <a:srgbClr val="F9FAF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" y="2897505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2897505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750058"/>
            <a:ext cx="4978908" cy="45605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대상 모듈 앵커 탭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3158109"/>
            <a:ext cx="4978908" cy="5212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연결할 다른 모듈의 좌측/상단 앵커 탭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자동으로 베지어 곡선 연결선 생성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872484"/>
            <a:ext cx="5728716" cy="1085850"/>
          </a:xfrm>
          <a:prstGeom prst="rect">
            <a:avLst/>
          </a:prstGeom>
          <a:solidFill>
            <a:srgbClr val="F9FAFB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4111371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4111371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963924"/>
            <a:ext cx="4978908" cy="45605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연결 완료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05840" y="4371975"/>
            <a:ext cx="4978908" cy="5212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모듈 사이에 화살표 선 표시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 추가 및 실선/점선 스타일 변경 가능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5086350"/>
            <a:ext cx="5728716" cy="1085850"/>
          </a:xfrm>
          <a:prstGeom prst="rect">
            <a:avLst/>
          </a:prstGeom>
          <a:solidFill>
            <a:srgbClr val="F9FAF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" y="5325237"/>
            <a:ext cx="411480" cy="411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5325237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5177790"/>
            <a:ext cx="4978908" cy="45605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연결 삭제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05840" y="5585841"/>
            <a:ext cx="4978908" cy="5212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연결선 클릭 → 삭제 버튼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 모듈 삭제 시 연결선 자동 제거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0508" y="1444752"/>
            <a:ext cx="5472684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커넥션 특징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6350508" y="1847088"/>
            <a:ext cx="5472684" cy="79187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8524" y="1847088"/>
            <a:ext cx="5216652" cy="7918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〰️  실선 / 점선 스타일 선택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0508" y="2730398"/>
            <a:ext cx="5472684" cy="79187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8524" y="2730398"/>
            <a:ext cx="5216652" cy="7918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🏷️  연결선에 라벨 텍스트 추가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50508" y="3613709"/>
            <a:ext cx="5472684" cy="79187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8524" y="3613709"/>
            <a:ext cx="5216652" cy="7918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🎨  연결선 색상 변경 가능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0508" y="4497019"/>
            <a:ext cx="5472684" cy="79187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8524" y="4497019"/>
            <a:ext cx="5216652" cy="7918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↩️  앵커: 상/하/좌/우 4방향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50508" y="5380330"/>
            <a:ext cx="5472684" cy="79187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8524" y="5380330"/>
            <a:ext cx="5216652" cy="7918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🖥️  PC는 마우스 드래그로도 연결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1457432" cy="8138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그룹화 기능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145743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 모듈을 하나의 그룹으로 묶어 보드를 체계적으로 정리합니다.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3733800" cy="2080077"/>
          </a:xfrm>
          <a:prstGeom prst="rect">
            <a:avLst/>
          </a:prstGeom>
          <a:solidFill>
            <a:srgbClr val="F9FAF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1536192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5361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1536192"/>
            <a:ext cx="3002280" cy="79042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🖱️ 그룹 생성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93776" y="2401587"/>
            <a:ext cx="3477768" cy="99843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사이드바 또는 메뉴에서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"그룹 추가" 선택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이름·색상 설정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27576" y="1444752"/>
            <a:ext cx="3733800" cy="2080077"/>
          </a:xfrm>
          <a:prstGeom prst="rect">
            <a:avLst/>
          </a:prstGeom>
          <a:solidFill>
            <a:srgbClr val="F9FAF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55592" y="1536192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55592" y="15361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9368" y="1536192"/>
            <a:ext cx="3002280" cy="79042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📥 모듈 포함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355592" y="2401587"/>
            <a:ext cx="3477768" cy="99843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 영역으로 모듈 드래그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 모듈 메뉴 → 그룹 지정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모듈 한번에 포함 가능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89392" y="1444752"/>
            <a:ext cx="3733800" cy="2080077"/>
          </a:xfrm>
          <a:prstGeom prst="rect">
            <a:avLst/>
          </a:prstGeom>
          <a:solidFill>
            <a:srgbClr val="F9FAF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17408" y="1536192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7408" y="15361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11184" y="1536192"/>
            <a:ext cx="3002280" cy="79042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📦 그룹 접기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17408" y="2401587"/>
            <a:ext cx="3477768" cy="99843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 헤더 클릭으로 접기/펼치기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접힘 → 포함된 모듈 숨김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 공간 효율화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3725997"/>
            <a:ext cx="1145743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 속성 및 관리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365760" y="4110045"/>
            <a:ext cx="2754630" cy="206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8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" y="4219773"/>
            <a:ext cx="2498598" cy="72175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🏷️  이름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3776" y="4996391"/>
            <a:ext cx="2498598" cy="108436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그룹마다 고유 이름 지정 가능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266694" y="4110045"/>
            <a:ext cx="2754630" cy="206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8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94710" y="4219773"/>
            <a:ext cx="2498598" cy="72175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🎨  색상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394710" y="4996391"/>
            <a:ext cx="2498598" cy="108436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6가지 색상으로 구분 (노랑/분홍/청록/파랑/보라/주황)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67628" y="4110045"/>
            <a:ext cx="2754630" cy="206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8">
                <a:alpha val="7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95644" y="4219773"/>
            <a:ext cx="2498598" cy="72175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📐  크기 조정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295644" y="4996391"/>
            <a:ext cx="2498598" cy="108436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 경계 드래그로 영역 크기 변경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068562" y="4110045"/>
            <a:ext cx="2754630" cy="206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8">
                <a:alpha val="7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196578" y="4219773"/>
            <a:ext cx="2498598" cy="72175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🗑️  삭제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196578" y="4996391"/>
            <a:ext cx="2498598" cy="108436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 삭제 시 포함 모듈은 삭제되지 않음 (그룹만 제거)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1457432" cy="8138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 보드 · 테마 · 캔버스 조작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646420" cy="1606296"/>
          </a:xfrm>
          <a:prstGeom prst="rect">
            <a:avLst/>
          </a:prstGeom>
          <a:solidFill>
            <a:srgbClr val="F9FAFB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502920" cy="1606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502920" cy="1606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🌙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41832" y="1188720"/>
            <a:ext cx="4988052" cy="61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다크 / 라이트 테마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41832" y="1771924"/>
            <a:ext cx="4988052" cy="83527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우측 상단 테마 토글 버튼 클릭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라이트: 밝은 배경의 일반 모드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다크: 어두운 배경의 야간 모드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시스템 설정 자동 감지 지원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31592"/>
            <a:ext cx="5646420" cy="1606296"/>
          </a:xfrm>
          <a:prstGeom prst="rect">
            <a:avLst/>
          </a:prstGeom>
          <a:solidFill>
            <a:srgbClr val="F9FAF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831592"/>
            <a:ext cx="502920" cy="1606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831592"/>
            <a:ext cx="502920" cy="1606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41832" y="2923032"/>
            <a:ext cx="4988052" cy="61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보드 관리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41832" y="3506236"/>
            <a:ext cx="4988052" cy="83527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보드는 카테고리처럼 사용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각 보드별 독립된 캔버스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보드 이름/이모지/색상 커스텀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보드 순서 변경 가능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565904"/>
            <a:ext cx="5646420" cy="1606296"/>
          </a:xfrm>
          <a:prstGeom prst="rect">
            <a:avLst/>
          </a:prstGeom>
          <a:solidFill>
            <a:srgbClr val="F9FAFB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565904"/>
            <a:ext cx="502920" cy="16062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565904"/>
            <a:ext cx="502920" cy="1606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💾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41832" y="4657344"/>
            <a:ext cx="4988052" cy="61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저장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41832" y="5240548"/>
            <a:ext cx="4988052" cy="83527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 후 500ms 후 자동 저장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localStorage에 실시간 보존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새로고침 후에도 데이터 유지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클라우드 동기화 추가 지원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6772" y="1097280"/>
            <a:ext cx="5646420" cy="1606296"/>
          </a:xfrm>
          <a:prstGeom prst="rect">
            <a:avLst/>
          </a:prstGeom>
          <a:solidFill>
            <a:srgbClr val="F9FAF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6772" y="1097280"/>
            <a:ext cx="502920" cy="16062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6772" y="1097280"/>
            <a:ext cx="502920" cy="1606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52844" y="1188720"/>
            <a:ext cx="4988052" cy="61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핀치줌 (모바일)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752844" y="1771924"/>
            <a:ext cx="4988052" cy="83527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손가락 오므리기/벌리기로 확대/축소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최소 0.3× ~ 최대 3.0× 줌 지원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캔버스 어느 위치에서나 적용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6772" y="2831592"/>
            <a:ext cx="5646420" cy="1606296"/>
          </a:xfrm>
          <a:prstGeom prst="rect">
            <a:avLst/>
          </a:prstGeom>
          <a:solidFill>
            <a:srgbClr val="F9FAF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6772" y="2831592"/>
            <a:ext cx="502920" cy="16062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6772" y="2831592"/>
            <a:ext cx="502920" cy="1606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✋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52844" y="2923032"/>
            <a:ext cx="4988052" cy="61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팬 (스크롤)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752844" y="3506236"/>
            <a:ext cx="4988052" cy="83527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손가락 드래그로 캔버스 이동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PC: 마우스 드래그 (빈 영역)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모바일: 터치 스와이프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6772" y="4565904"/>
            <a:ext cx="5646420" cy="1606296"/>
          </a:xfrm>
          <a:prstGeom prst="rect">
            <a:avLst/>
          </a:prstGeom>
          <a:solidFill>
            <a:srgbClr val="F9FAF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6772" y="4565904"/>
            <a:ext cx="502920" cy="1606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6772" y="4565904"/>
            <a:ext cx="502920" cy="1606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752844" y="4657344"/>
            <a:ext cx="4988052" cy="61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줌 컨트롤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752844" y="5240548"/>
            <a:ext cx="4988052" cy="83527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우측 상단 줌 버튼 (+/-)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현재 줌 배율 표시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홈 버튼으로 전체 보기 복귀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1457432" cy="8138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 로그인 · 클라우드 동기화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145743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계정으로 로그인하면 여러 기기에서 데이터를 동기화할 수 있습니다.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5041270" cy="1490472"/>
          </a:xfrm>
          <a:prstGeom prst="rect">
            <a:avLst/>
          </a:prstGeom>
          <a:solidFill>
            <a:srgbClr val="F9FAF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1772656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7726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536192"/>
            <a:ext cx="4291462" cy="59618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📧 로그인 페이지 이동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100560"/>
            <a:ext cx="4291462" cy="7452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상단 우측 로그인 버튼 클릭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/auth/login 페이지 이동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 + 비밀번호 입력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5041270" cy="1490472"/>
          </a:xfrm>
          <a:prstGeom prst="rect">
            <a:avLst/>
          </a:prstGeom>
          <a:solidFill>
            <a:srgbClr val="F9FAFB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" y="3391144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33911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3154680"/>
            <a:ext cx="4291462" cy="59618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🔑 인증 완료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3719048"/>
            <a:ext cx="4291462" cy="7452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Auth 이메일 인증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로그인 후 기존 데이터 자동 동기화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보드/모듈 데이터 클라우드 업로드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681728"/>
            <a:ext cx="5041270" cy="1490472"/>
          </a:xfrm>
          <a:prstGeom prst="rect">
            <a:avLst/>
          </a:prstGeom>
          <a:solidFill>
            <a:srgbClr val="F9FAF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5009632"/>
            <a:ext cx="411480" cy="4114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50096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4773168"/>
            <a:ext cx="4291462" cy="59618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🔄 다기기 동기화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05840" y="5337536"/>
            <a:ext cx="4291462" cy="7452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모바일·PC 어디서나 동일 데이터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편집 내용 자동 반영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로그아웃 시 로컬 데이터 보존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3062" y="1444752"/>
            <a:ext cx="6160130" cy="1490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8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91078" y="1554480"/>
            <a:ext cx="5904098" cy="52166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 비로그인 이용 가능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791078" y="2131009"/>
            <a:ext cx="5904098" cy="7127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localStorage로 완전 동작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없이도 모든 기능 사용 가능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663062" y="3063240"/>
            <a:ext cx="6160130" cy="1490472"/>
          </a:xfrm>
          <a:prstGeom prst="rect">
            <a:avLst/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8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791078" y="3172968"/>
            <a:ext cx="5904098" cy="52166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🔁  자동 동기화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791078" y="3749497"/>
            <a:ext cx="5904098" cy="7127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 후 자동으로 Supabase 업데이트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→ 온라인 복귀 시 동기화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663062" y="4681728"/>
            <a:ext cx="6160130" cy="1490472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8">
                <a:alpha val="7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791078" y="4791456"/>
            <a:ext cx="5904098" cy="52166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🛡️  보안 (RLS)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791078" y="5367985"/>
            <a:ext cx="5904098" cy="7127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데이터는 나만 접근 가능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Row-Level Security 적용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1457432" cy="8138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 활용 팁 &amp; 마무리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721608" cy="2334463"/>
          </a:xfrm>
          <a:prstGeom prst="rect">
            <a:avLst/>
          </a:prstGeom>
          <a:solidFill>
            <a:srgbClr val="F9FAFB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3721608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🗺️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75488" y="1737360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" y="2139696"/>
            <a:ext cx="3502152" cy="118231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프로젝트를 보드로 만들고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태스크를 일정 모듈로, 참고 자료를 링크 모듈로 배치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커넥션으로 의존 관계 시각화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33672" y="1097280"/>
            <a:ext cx="3721608" cy="2334463"/>
          </a:xfrm>
          <a:prstGeom prst="rect">
            <a:avLst/>
          </a:prstGeom>
          <a:solidFill>
            <a:srgbClr val="F9FAF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33672" y="1188720"/>
            <a:ext cx="3721608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343400" y="1737360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독서 노트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43400" y="2139696"/>
            <a:ext cx="3502152" cy="118231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 한 권을 보드 하나로 관리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챕터별 메모 모듈 + 인용 이미지 모듈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개념 간 커넥션으로 지식 맵 완성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1584" y="1097280"/>
            <a:ext cx="3721608" cy="2334463"/>
          </a:xfrm>
          <a:prstGeom prst="rect">
            <a:avLst/>
          </a:prstGeom>
          <a:solidFill>
            <a:srgbClr val="F9FAFB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01584" y="1188720"/>
            <a:ext cx="3721608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11312" y="1737360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브레인스토밍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11312" y="2139696"/>
            <a:ext cx="3502152" cy="118231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생각나는 아이디어를 메모 모듈로 빠르게 캡처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그룹화로 주제별 분류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커넥션으로 연관 아이디어 연결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614623"/>
            <a:ext cx="11457432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79215"/>
            <a:ext cx="1145743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빠른 참조 — 자주 쓰는 동작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5760" y="4163263"/>
            <a:ext cx="5655564" cy="46108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163263"/>
            <a:ext cx="1979447" cy="4610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추가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514874" y="4278535"/>
            <a:ext cx="18288" cy="23054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27986" y="4163263"/>
            <a:ext cx="3223671" cy="4610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우측 하단 + 버튼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67628" y="4163263"/>
            <a:ext cx="5655564" cy="46108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7356" y="4163263"/>
            <a:ext cx="1979447" cy="4610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이동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16742" y="4278535"/>
            <a:ext cx="18288" cy="23054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29854" y="4163263"/>
            <a:ext cx="3223671" cy="4610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헤더 드래그 (터치/마우스)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679213"/>
            <a:ext cx="5655564" cy="46108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679213"/>
            <a:ext cx="1979447" cy="4610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편집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514874" y="4794485"/>
            <a:ext cx="18288" cy="23054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27986" y="4679213"/>
            <a:ext cx="3223671" cy="4610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▾ 버튼으로 펼친 후 인라인 입력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67628" y="4679213"/>
            <a:ext cx="5655564" cy="46108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7356" y="4679213"/>
            <a:ext cx="1979447" cy="4610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색상/복사/삭제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316742" y="4794485"/>
            <a:ext cx="18288" cy="23054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29854" y="4679213"/>
            <a:ext cx="3223671" cy="4610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우상단 ⋮ 메뉴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" y="5195164"/>
            <a:ext cx="5655564" cy="46108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5195164"/>
            <a:ext cx="1979447" cy="4610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커넥션 생성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514874" y="5310435"/>
            <a:ext cx="18288" cy="23054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27986" y="5195164"/>
            <a:ext cx="3223671" cy="4610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앵커(◉) 탭 → 대상 앵커 탭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67628" y="5195164"/>
            <a:ext cx="5655564" cy="46108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77356" y="5195164"/>
            <a:ext cx="1979447" cy="4610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줌 조절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316742" y="5310435"/>
            <a:ext cx="18288" cy="23054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29854" y="5195164"/>
            <a:ext cx="3223671" cy="4610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핀치줌 or 줌 버튼(+/-)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65760" y="5711114"/>
            <a:ext cx="5655564" cy="46108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5711114"/>
            <a:ext cx="1979447" cy="4610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보드 이동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514874" y="5826385"/>
            <a:ext cx="18288" cy="23054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27986" y="5711114"/>
            <a:ext cx="3223671" cy="4610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하단 탭바(모바일) / 사이드바(PC)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167628" y="5711114"/>
            <a:ext cx="5655564" cy="46108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77356" y="5711114"/>
            <a:ext cx="1979447" cy="4610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테마 전환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316742" y="5826385"/>
            <a:ext cx="18288" cy="23054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29854" y="5711114"/>
            <a:ext cx="3223671" cy="4610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상단 우측 테마 토글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0"/>
            <a:ext cx="1145743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 MindCanvas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80160" y="246888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아이디어를 시각적으로 연결하는</a:t>
            </a:r>
            <a:endParaRPr lang="en-US" sz="2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나만의 지식 캔버스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6686" y="3520440"/>
            <a:ext cx="4875581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70332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  ·  일정  ·  이미지  ·  링크  ·  커넥션  ·  그룹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4572000"/>
            <a:ext cx="1145743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626364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바이브코딩랩 — vibecodinglab.ai.kr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MindCanvas 사용자 가이드</dc:title>
  <dc:subject>앱 사용 방법 안내</dc:subject>
  <dc:creator>MindCanvas</dc:creator>
  <cp:lastModifiedBy>MindCanvas</cp:lastModifiedBy>
  <cp:revision>1</cp:revision>
  <dcterms:created xsi:type="dcterms:W3CDTF">2026-04-14T23:29:37Z</dcterms:created>
  <dcterms:modified xsi:type="dcterms:W3CDTF">2026-04-14T23:29:37Z</dcterms:modified>
</cp:coreProperties>
</file>